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46120"/>
            <a:ext cx="1463040" cy="73152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Predicting SpaceX Falcon 9 First-Stage Landing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C9DBEE"/>
                </a:solidFill>
                <a:latin typeface="Calibri"/>
              </a:rPr>
              <a:t>IBM Applied Data Science 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C9DBEE"/>
                </a:solidFill>
                <a:latin typeface="Calibri"/>
              </a:rPr>
              <a:t>Tanmay Bhalchandra Deore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9DBEE"/>
                </a:solidFill>
                <a:latin typeface="Calibri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Project GitHub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22B36"/>
                </a:solidFill>
                <a:latin typeface="Calibri"/>
              </a:rPr>
              <a:t>•  All notebooks, scripts and data for this project are in one public repository.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B36"/>
                </a:solidFill>
                <a:latin typeface="Calibri"/>
              </a:rPr>
              <a:t>•  Repository: [PASTE YOUR GITHUB REPOSITORY URL HERE]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B36"/>
                </a:solidFill>
                <a:latin typeface="Calibri"/>
              </a:rPr>
              <a:t>•  Contents: data collection (API + web scraping), data wrangling, EDA (visualization + SQL), Folium map, Plotly Dash app, predictive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94960"/>
            <a:ext cx="10881360" cy="100584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46811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FILL IN (delete this box before exporting):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Paste your real, public GitHub repo URL (https://github.com/&lt;user&gt;/&lt;repo&gt;). Open it in a private window to confirm it works without logging 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22B36"/>
                </a:solidFill>
                <a:latin typeface="Calibri"/>
              </a:rPr>
              <a:t>•  Problem: can we predict whether a SpaceX Falcon 9 first stage will land successfully? Reusability is what makes SpaceX launches cheaper than competitors'.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22B36"/>
                </a:solidFill>
                <a:latin typeface="Calibri"/>
              </a:rPr>
              <a:t>•  Methods: SpaceX REST API + Wikipedia web scraping, data wrangling, EDA with visualization and SQL, interactive Folium map and Plotly Dash dashboard, and classification models.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22B36"/>
                </a:solidFill>
                <a:latin typeface="Calibri"/>
              </a:rPr>
              <a:t>•  Key findings: [ONE LINE ON WHAT DROVE SUCCESS, e.g. success rate rising over the years, orbit types, launch sites]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22B36"/>
                </a:solidFill>
                <a:latin typeface="Calibri"/>
              </a:rPr>
              <a:t>•  Best model: [MODEL NAME] with [ACCURACY]% accuracy on the test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486400"/>
            <a:ext cx="10881360" cy="91440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55955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FILL IN (delete this box before exporting):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Replace the two bracketed items with your real findings and best model/accuracy.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22B36"/>
                </a:solidFill>
                <a:latin typeface="Calibri"/>
              </a:rPr>
              <a:t>•  Background: SpaceX advertises Falcon 9 launches at about $62 million, versus $165 million+ for other providers. Much of the saving comes from reusing the first stage.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22B36"/>
                </a:solidFill>
                <a:latin typeface="Calibri"/>
              </a:rPr>
              <a:t>•  If we can predict whether the first stage lands, we can estimate the cost of a launch. That information is valuable to a company bidding against SpaceX for a launch contract.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22B36"/>
                </a:solidFill>
                <a:latin typeface="Calibri"/>
              </a:rPr>
              <a:t>•  Problem statement: determine the price of each launch by predicting the first-stage landing outcome from launch features (payload, orbit, launch site, booster version and more).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22B36"/>
                </a:solidFill>
                <a:latin typeface="Calibri"/>
              </a:rPr>
              <a:t>•  Questions: which factors drive landing success, and which model predicts it best?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Data Collection - SpaceX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Requested launch data from the SpaceX REST API (api.spacexdata.com/v4) with the requests library.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Called the launches endpoint, then the rockets, launchpads, payloads and cores endpoints to resolve the ID fields into booster name, launch site, payload mass and orbit.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Parsed the JSON response into a pandas DataFrame and kept Falcon 9 launches only.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Flow:  API request  →  JSON response  →  helper functions resolve IDs  →  DataFrame  →  filter Falcon 9  →  CSV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GitHub: [PASTE URL OF YOUR DATA COLLECTION API NOTEBOOK]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577840"/>
            <a:ext cx="10881360" cy="82296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6509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FILL IN (delete this box before exporting):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Optional: replace the flow line with a small flowchart image. Paste the notebook URL.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Data Collection - Web Scraping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Source: Wikipedia, 'List of Falcon 9 and Falcon Heavy launches' (a snapshot of the page).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Requested the HTML with requests, parsed it with BeautifulSoup, and located the launch tables.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Extracted each table row into columns (flight no., launch site, payload, orbit, customer, outcome, date).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Flow:  HTTP GET  →  BeautifulSoup parse  →  find launch tables  →  extract rows  →  DataFrame  →  CSV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GitHub: [PASTE URL OF YOUR WEB SCRAPING NOTEBOOK]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577840"/>
            <a:ext cx="10881360" cy="82296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6509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FILL IN (delete this box before exporting):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Paste the notebook URL. Edit the column list to match what you extracted.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Data Wrangling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Checked missing values per column and the data types.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Replaced missing PayloadMass values with the column mean; LandingPad is left null where no pad was used.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Counted launches per site, orbit type and landing outcome with value_counts().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Created the target label 'Class': 1 for a successful landing, 0 for a failure, from the Outcome column.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Exported the cleaned dataset for EDA and modelling.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GitHub: [PASTE URL OF YOUR DATA WRANGLING NOTEBOOK]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577840"/>
            <a:ext cx="10881360" cy="82296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6509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FILL IN (delete this box before exporting):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Check these steps against your own notebook and edit anything that differs.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EDA with Data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Scatter plots: flight number vs launch site, payload vs launch site, flight number vs orbit, payload vs orbit. They show how success changes with experience and load.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Bar chart: success rate by orbit type, to compare which orbits land most reliably.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Line chart: yearly success trend, to show the improvement over time.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Feature engineering: one-hot encoded the categorical columns for modelling.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GitHub: [PASTE URL OF YOUR EDA VISUALIZATION NOTEBOOK]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577840"/>
            <a:ext cx="10881360" cy="82296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6509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FILL IN (delete this box before exporting):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Paste the notebook URL. List any other charts you made.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EDA with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Loaded the SpaceX data into a database and queried it with SQL from the notebook.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Queries: unique launch sites; sites starting with 'CCA'; total payload mass for NASA (CRS); average payload of booster F9 v1.1; first successful ground-pad landing date.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Further queries: boosters with drone-ship success and payload between 4000 and 6000 kg; outcome counts; boosters that carried the maximum payload; 2015 failures by month and site; ranking of landing outcomes between two dates.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GitHub: [PASTE URL OF YOUR EDA SQL NOTEBOOK]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577840"/>
            <a:ext cx="10881360" cy="82296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6509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FILL IN (delete this box before exporting):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Paste the notebook URL. Keep only the queries you actually ran.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Interactive Visual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22B36"/>
                </a:solidFill>
                <a:latin typeface="Calibri"/>
              </a:rPr>
              <a:t>•  Folium map: marked all launch sites, coloured markers for successful (green) and failed (red) launches, and measured distance to the nearest coast, railway, highway and city.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22B36"/>
                </a:solidFill>
                <a:latin typeface="Calibri"/>
              </a:rPr>
              <a:t>•  Plotly Dash app: a launch-site dropdown, a payload range slider, a success pie chart and a payload vs launch-outcome scatter plot, with callbacks updating both charts.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22B36"/>
                </a:solidFill>
                <a:latin typeface="Calibri"/>
              </a:rPr>
              <a:t>•  GitHub: [PASTE URL OF YOUR FOLIUM NOTEBOOK] and [PASTE URL OF YOUR DASH APP FILE]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74243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FILL IN (delete this box before exporting):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Paste both URLs.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EDA Result: Flight Number vs Launch 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6949440" cy="484632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INSERT SCREENSHOT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Scatter plot: Flight Number vs Launch Site (colour = class)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Describe the pattern, e.g. which sites are used for later flights.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[YOUR OBSERVATION]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EDA Result: Payload vs Launch 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6949440" cy="484632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INSERT SCREENSHOT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Scatter plot: Payload Mass vs Launch Site (colour = class)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Describe what happens at heavier payloads.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[YOUR OBSERVATION]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EDA Result: Success Rate by Orbit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6949440" cy="484632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INSERT SCREENSHOT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Bar chart: success rate of each orbit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Name the orbits with the highest and lowest success rates.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[YOUR OBSERVATION]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EDA Result: Orbit Scatter Plots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6949440" cy="484632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INSERT SCREENSHOT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Scatter plots: Flight Number vs Orbit and Payload vs Orbit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Flight number vs orbit and payload vs orbit.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[YOUR OBSERVATION]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EDA Result: Yearly Success Trend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6949440" cy="484632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INSERT SCREENSHOT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Line chart: average success rate by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Success rate by year, from the first launches to the latest.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[YOUR OBSERVATION: e.g. the year it started improving]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EDA with SQL: Launch 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6949440" cy="484632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INSERT SCREENSHOT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Query output: unique launch site names and the 'CCA' 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[The four launch site names and what the CCA query returned]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EDA with SQL: Payloads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6949440" cy="484632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INSERT SCREENSHOT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Query output: total NASA payload, average payload for F9 v1.1, boosters with the maximum payload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[Total NASA payload mass, average F9 v1.1 payload, boosters with the maximum payload]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EDA with SQL: Success 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6949440" cy="484632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INSERT SCREENSHOT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Query output: mission outcome counts, drone-ship successes with a 4000-6000 kg payload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[Counts of success and failure outcomes and the booster names]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EDA with SQL: Rankings and Time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6949440" cy="484632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INSERT SCREENSHOT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Query output: first ground-pad landing date, 2015 failures by month, landing-outcome ranking between two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[First ground-pad landing date, the 2015 failures, the outcome ranking]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Folium Map: Launch Site Markers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6949440" cy="484632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INSERT SCREENSHOT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Folium map showing all launch site markers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All launch sites marked with a circle and label.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[YOUR OBSERVATION, e.g. sites are near the equator and close to the coast]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Folium Map: Launch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6949440" cy="484632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INSERT SCREENSHOT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Folium map with success/failure marker clusters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Green markers = successful launches, red = failed, grouped per site.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[Which site has the most successes]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Folium Map: Proximity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6949440" cy="484632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INSERT SCREENSHOT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Folium map with distance lines to the coast, railway, highway and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Distances from a launch site to coast, railway, highway and city.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[Your distances and what they suggest about site selection]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Plotly Dash: Launch Success Pie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6949440" cy="484632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INSERT SCREENSHOT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Dash dashboard screenshot showing the success pie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Pie chart of total successful launches by site, and the success/failure split for one site.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[Which site has the highest success ratio]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Plotly Dash: Payload vs Launch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6949440" cy="484632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INSERT SCREENSHOT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Dash dashboard screenshot showing the payload vs outcome scatter plot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Scatter plot filtered by the payload slider and booster version.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[Payload range with the highest success rate, and the best booster version]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Predictive Analysis: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Target: Class (1 = landed, 0 = did not land). Features: standardised numeric and one-hot encoded categorical columns.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Split into training and test sets (80% / 20%, fixed random_state).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Models: Logistic Regression, Support Vector Machine, Decision Tree, K-Nearest Neighbours.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Tuned each with GridSearchCV (10-fold cross-validation) and compared on test accuracy.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GitHub: [PASTE URL OF YOUR MACHINE LEARNING PREDICTION NOTEBOOK]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577840"/>
            <a:ext cx="10881360" cy="82296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6509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FILL IN (delete this box before exporting):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Check the split ratio and models against your notebook. Paste the URL.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Predictive Analysis: Model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22B36"/>
                </a:solidFill>
                <a:latin typeface="Calibri"/>
              </a:rPr>
              <a:t>•  Test-set accuracy for each tuned model: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486400"/>
            <a:ext cx="10881360" cy="91440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559552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FILL IN (delete this box before exporting):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Replace each [XX.X] with your real accuracy from the notebook, and add the best parameters if you like.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20240"/>
          <a:ext cx="7315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r>
                        <a:rPr sz="18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Test accuracy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/>
                        <a:t>[XX.X]%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/>
                        <a:t>Support Vector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/>
                        <a:t>[XX.X]%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/>
                        <a:t>[XX.X]%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/>
                        <a:t>K-Nearest Neighbours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/>
                        <a:t>[XX.X]%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Predictive Analysis: Confusion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6949440" cy="484632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INSERT SCREENSHOT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B46A00"/>
                </a:solidFill>
                <a:latin typeface="Calibri"/>
              </a:rPr>
              <a:t>Confusion matrix plot of the best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Confusion matrix of the best model on the test set.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B36"/>
                </a:solidFill>
                <a:latin typeface="Calibri"/>
              </a:rPr>
              <a:t>•  [State the true/false positives and negatives, and the main error type, e.g. false positives]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Predictive Analysis: Best Model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Best model: [MODEL NAME], [ACCURACY]% test accuracy. [ONE LINE ON WHY IT WINS, e.g. it generalised best and handled the categorical features well].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Conclusions: landing success rose over time with more flights and experience; success varies with orbit, payload and launch site; [YOUR OTHER FINDINGS].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Insights: [AN INNOVATIVE IDEA, e.g. use predicted landing probability to estimate launch cost, or add weather/booster-reuse data to improve the model].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B36"/>
                </a:solidFill>
                <a:latin typeface="Calibri"/>
              </a:rPr>
              <a:t>•  Limitations: small dataset (about 90 launches), so the accuracy estimate is noisy.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94960"/>
            <a:ext cx="10881360" cy="1005840"/>
          </a:xfrm>
          <a:prstGeom prst="rect">
            <a:avLst/>
          </a:prstGeom>
          <a:solidFill>
            <a:srgbClr val="FFF4D6"/>
          </a:solidFill>
          <a:ln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46811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FILL IN (delete this box before exporting):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46A00"/>
                </a:solidFill>
                <a:latin typeface="Calibri"/>
              </a:rPr>
              <a:t>Fill in the best model, your findings and one original insight. The rubric asks for 'creative and innovative insights' on this slide.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580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